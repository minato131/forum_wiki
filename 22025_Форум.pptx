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D590E-8B79-0D18-C12B-E86DAF2F3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0DD1B09-CCEB-7A06-6907-CC7CAE574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AED967-4F2D-621C-695C-C3BC8203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0CEFF3-81F2-B978-7A21-14262455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E80F87-07F7-93DC-83F5-1A2CABBD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7989E-25EA-6D4A-91E7-6344A068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A06B34-9369-B8DF-CD02-66AE9DE7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6FCC45-DB95-AC61-54B0-6A87738F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7C9F3E-FEB0-84F9-EFCE-C8B26319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4EB481-EB28-B8C1-28EF-358268F8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42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A1675-146F-F3F0-4F5D-4AF691FE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4C1D01-3899-2308-5695-45197B144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A31FFF-1906-A9F8-0B95-7049DF25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6632FC-8E58-CCC3-47DC-130C0BE4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BE284C-A90A-E12D-2C1F-E61D4F56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88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9716D-C527-E2AE-75DB-D1458B15B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8D0259-444F-98A4-1210-46175EA6B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CF93D7-011E-CB8F-6E46-93CB55ACF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BDB648-D250-BA6F-5A12-A81019C4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9D3BE5-534C-915A-A9D4-318507F4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992E25-B598-9350-E2AF-1687D144C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7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1950E-300A-27C0-6D4B-6F851EE5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08B5B9B-F553-1122-6E55-934C72690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84E928-E59F-831A-0079-383036AF3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38DC8A-4401-76AA-251C-782A7D947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7C84522-35E4-A723-B1F4-F9045F61D5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FCB77D-B721-1B03-0EFB-455052DC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B83C99-1CA4-30CD-73EC-B44DB96F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7C48C9-88DE-0C05-84FE-CF5F71A34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300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7DCD2-4AA4-0689-885C-0EB6315D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A8BFBC6-1722-50E6-B957-15AD1205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676FF8-6A71-DCBA-AEBB-A099375E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6F76B7-DEAA-07FC-097B-B544E203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53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5EF205-BB76-0E41-DDAE-485E390C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CE6B94A-6C36-16E5-5916-86392695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ED3523-7EC9-5686-1C63-E359ED83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37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CD7DB-8307-93C8-AB9D-3E20C04F2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7498D-2E23-3768-5352-5B8F39AED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C0C129-4A11-799B-EBBE-A06C9AC7F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9CD50B-2C03-3523-2BFB-1B63BD91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3966D3F-8204-CABD-ABE1-40A59971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67022D-B793-21A5-3368-8B1AD2E2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08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BE1BC-680D-5117-6DFC-4719519B3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E4890A-E510-AA41-BC73-EEEA0920D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415FAE0-AF83-5037-523E-D76DE8452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079C68-6B53-2DE1-8F68-3D1849BB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8AA058-7515-C1B1-7778-986112A9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04AE21-5ABB-B1AF-B379-531CC40E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43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3F090-9FC1-C37B-47AD-B1FBB126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BDD9330-36D6-91A9-D9C4-0E11960BD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11645C-7AE3-5957-3DCF-D1DF94612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1982AF-5B95-616E-E624-6FDC3FDBC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01F0F6-C452-BAEC-B78D-E737D9D0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791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E60DC9D-BC7E-DC8D-195A-569DD79D9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96A5921-74CB-63E8-C53B-0D709D3A5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2F2C40-DA84-7279-D255-014D56FF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968B96-3376-3B8F-1972-9A2FE629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D3BE1D-E52A-C22C-D791-1AE5A6D5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950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381AE-BCCA-25C4-F591-17D4990E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3769D7-908F-21C3-205F-982CD3575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A832D9-90B4-7229-122C-6F9A5EF87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A575C-1D6E-42AE-941B-E231FADB0D2B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756265-D8B4-D1E2-E726-193EB7458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DFE781-932C-A6D1-EC05-69E5E55E4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17F45-936E-4C4F-AE93-6AE534BA08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28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37AA8-CC10-3382-ABF5-22CFB607B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012" y="0"/>
            <a:ext cx="9144000" cy="1439623"/>
          </a:xfrm>
        </p:spPr>
        <p:txBody>
          <a:bodyPr>
            <a:no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Иркутской области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учреждение Иркутской области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«Иркутский авиационный техникум»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(ГБПОУИО «ИАТ»)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432F26-1349-4DEE-5782-C448A427D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3962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«Форум»</a:t>
            </a:r>
            <a:endParaRPr lang="ru-RU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B9843-548A-732A-3DA1-24C4916FF5E8}"/>
              </a:ext>
            </a:extLst>
          </p:cNvPr>
          <p:cNvSpPr txBox="1"/>
          <p:nvPr/>
        </p:nvSpPr>
        <p:spPr>
          <a:xfrm>
            <a:off x="8654451" y="5676030"/>
            <a:ext cx="3129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Терентьев Ю.К.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БД-22-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Кубата Е.С.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8509D-67FE-C642-D33B-0C1AB68329F5}"/>
              </a:ext>
            </a:extLst>
          </p:cNvPr>
          <p:cNvSpPr txBox="1"/>
          <p:nvPr/>
        </p:nvSpPr>
        <p:spPr>
          <a:xfrm>
            <a:off x="5331431" y="6414694"/>
            <a:ext cx="152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Иркутск 2025</a:t>
            </a:r>
          </a:p>
        </p:txBody>
      </p:sp>
    </p:spTree>
    <p:extLst>
      <p:ext uri="{BB962C8B-B14F-4D97-AF65-F5344CB8AC3E}">
        <p14:creationId xmlns:p14="http://schemas.microsoft.com/office/powerpoint/2010/main" val="172471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01D781-72ED-AC52-5A4A-05F718EA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курсовой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B5F8B-118C-0DF8-6692-DBC511133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 algn="just">
              <a:buNone/>
            </a:pPr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разработать веб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«Форум»</a:t>
            </a:r>
          </a:p>
          <a:p>
            <a:pPr marL="0" indent="0" algn="just">
              <a:buNone/>
            </a:pPr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задачи веб-приложения</a:t>
            </a: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пользователям возможности просмотра, создания, комментирования статьи,  добавления статьи в понравившееся, просмотр статистики на сайте.</a:t>
            </a:r>
          </a:p>
          <a:p>
            <a:pPr algn="just"/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инструментов для управления категориями, статьями, комментариями, пользователями, мониторинг активности сайта.</a:t>
            </a:r>
          </a:p>
          <a:p>
            <a:pPr algn="just"/>
            <a:r>
              <a:rPr lang="ru-RU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работы администрации и повышение удовлетворенности пользователей.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391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014DCA-E280-2339-CB10-CFD7AEDFC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639" y="0"/>
            <a:ext cx="5536721" cy="85211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A4AEB8-49FA-12B1-0088-275E7DD5F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9415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</a:rPr>
              <a:t>Основным назначением системы является автоматизация процессов создания и публикации статьи, управления категориями, комментариями, пользователями, аналитики деятельности форума.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Приложение разработано специально для форума и обеспечивает просмотр собственной статистики на сайте и управление форумом через веб-интерфейс.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45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44F84-0556-6292-1DA6-AF838660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178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Инструментальные средства разработки</a:t>
            </a:r>
            <a:endParaRPr lang="ru-RU" sz="3600" dirty="0"/>
          </a:p>
        </p:txBody>
      </p:sp>
      <p:graphicFrame>
        <p:nvGraphicFramePr>
          <p:cNvPr id="6" name="Таблица 2">
            <a:extLst>
              <a:ext uri="{FF2B5EF4-FFF2-40B4-BE49-F238E27FC236}">
                <a16:creationId xmlns:a16="http://schemas.microsoft.com/office/drawing/2014/main" id="{60049F21-D418-F49A-227A-78A41246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532595"/>
              </p:ext>
            </p:extLst>
          </p:nvPr>
        </p:nvGraphicFramePr>
        <p:xfrm>
          <a:off x="1172461" y="942250"/>
          <a:ext cx="10284972" cy="57328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28324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428324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477299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Система управления базами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557681"/>
                  </a:ext>
                </a:extLst>
              </a:tr>
              <a:tr h="92928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программного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Draw.io, MySQL Workbench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PyCharm 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HTML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Разработка(фреймворки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 библиотеки)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8492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 Test Case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512366"/>
                  </a:ext>
                </a:extLst>
              </a:tr>
            </a:tbl>
          </a:graphicData>
        </a:graphic>
      </p:graphicFrame>
      <p:pic>
        <p:nvPicPr>
          <p:cNvPr id="7" name="Picture 2" descr="https://avatars.mds.yandex.net/i?id=0c95e91863ce19b478106b6405121641158b779d-4960885-images-thumbs&amp;n=13">
            <a:extLst>
              <a:ext uri="{FF2B5EF4-FFF2-40B4-BE49-F238E27FC236}">
                <a16:creationId xmlns:a16="http://schemas.microsoft.com/office/drawing/2014/main" id="{4ACE28D0-973F-EBAE-75F3-10DC990FF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928"/>
          <a:stretch/>
        </p:blipFill>
        <p:spPr bwMode="auto">
          <a:xfrm>
            <a:off x="5036810" y="2524619"/>
            <a:ext cx="563217" cy="56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F046B6A-FCBF-80A3-327D-8C56BC9B7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620" y="2428525"/>
            <a:ext cx="1395283" cy="7325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148917-D436-E116-46B2-B0ADCD37A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504" y="3429000"/>
            <a:ext cx="2004885" cy="530459"/>
          </a:xfrm>
          <a:prstGeom prst="rect">
            <a:avLst/>
          </a:prstGeom>
        </p:spPr>
      </p:pic>
      <p:pic>
        <p:nvPicPr>
          <p:cNvPr id="10" name="Picture 26" descr="python™">
            <a:extLst>
              <a:ext uri="{FF2B5EF4-FFF2-40B4-BE49-F238E27FC236}">
                <a16:creationId xmlns:a16="http://schemas.microsoft.com/office/drawing/2014/main" id="{52E82B18-C929-AC08-C3B1-E941F40A8E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95"/>
          <a:stretch/>
        </p:blipFill>
        <p:spPr bwMode="auto">
          <a:xfrm>
            <a:off x="5319072" y="4250130"/>
            <a:ext cx="561910" cy="63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8C58343-986D-1416-6A1B-0E4627C27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962" y="4220641"/>
            <a:ext cx="1177532" cy="662362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4BC0DAD-FE96-1DE5-8C67-369317D7D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373" y="5144185"/>
            <a:ext cx="1563178" cy="50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987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37F3C-E125-03C5-17F0-EA25F604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07277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5DD95D-7229-5DBF-5DD9-16F87532D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665" y="707277"/>
            <a:ext cx="5800670" cy="59195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622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6CF11-CC2F-B568-8FD4-D43FD1173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453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6E43546-E7EA-AC4C-A5D7-896D543F8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3159" y="724530"/>
            <a:ext cx="6585682" cy="58464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9948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83E88-D6BD-6356-8755-CFD7F292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795"/>
            <a:ext cx="10515600" cy="698650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ПП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A21B13-D810-55AC-9C9A-633951533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73" y="1400976"/>
            <a:ext cx="5797195" cy="47847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6503B7-D1A2-4749-E2EB-C1E22B08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405" y="1400976"/>
            <a:ext cx="5044674" cy="48622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6528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DF7849-1AB1-C1CC-A69E-A89A27653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627" y="932815"/>
            <a:ext cx="5706745" cy="4992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872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9CC9-291E-A901-932A-C5B0C787F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717" y="0"/>
            <a:ext cx="10515600" cy="888431"/>
          </a:xfrm>
        </p:spPr>
        <p:txBody>
          <a:bodyPr/>
          <a:lstStyle/>
          <a:p>
            <a:pPr algn="ctr"/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416620-7E55-F6D4-9F47-22F5D849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208" y="1178880"/>
            <a:ext cx="8375834" cy="4894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64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611A01D-27E7-159C-69F5-020D50792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курсового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615353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0763F-B7AB-34E0-1AD6-A9C37C1D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16334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0A0C24-9749-1540-05DA-A32079EA0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293"/>
            <a:ext cx="10515600" cy="5101386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функционал программного продукта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пользователям возможности просмотра, создания статьи, комментирования статей и просмотра статистики.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Предоставление администраторам инструментов для управления статьями, категориями, мониторинг активности на сайте и сбора статистики.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птимизация работы администрации и повышение удовлетворенности пользователей.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требование в виде ТЗ.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Осуществил настройку программного продукта.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Сформировал требования к конфигурации локальных компьютерных сетей и серверного оборудования, необходимые для работы баз данных и серверов.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администрирование баз данных.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Осуществлял сбор, обработку и анализ информации для курсового проектирования.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Проектировал базу данных на основе предметной области.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 объекты базы данных.</a:t>
            </a:r>
          </a:p>
          <a:p>
            <a:pPr marL="0" indent="0" algn="just"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Реализовал базу данных в конкретной системе управления базами данных.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0444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330</Words>
  <Application>Microsoft Office PowerPoint</Application>
  <PresentationFormat>Широкоэкранный</PresentationFormat>
  <Paragraphs>48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Тема Office</vt:lpstr>
      <vt:lpstr>Министерство образования Иркутской области Государственное бюджетное профессиональное  образовательное учреждение Иркутской области «Иркутский авиационный техникум» (ГБПОУИО «ИАТ»)</vt:lpstr>
      <vt:lpstr>Цель и задачи курсовой</vt:lpstr>
      <vt:lpstr>Предметная область</vt:lpstr>
      <vt:lpstr>Инструментальные средства разработки</vt:lpstr>
      <vt:lpstr>Диаграмма прецедентов</vt:lpstr>
      <vt:lpstr>Диаграмма деятельности</vt:lpstr>
      <vt:lpstr>Проектирование ПП</vt:lpstr>
      <vt:lpstr>Презентация PowerPoint</vt:lpstr>
      <vt:lpstr>Проектирование базы данных</vt:lpstr>
      <vt:lpstr>Демонстрация курсового проекта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Юрий Терентьев</dc:creator>
  <cp:lastModifiedBy>Юрий Терентьев</cp:lastModifiedBy>
  <cp:revision>1</cp:revision>
  <dcterms:created xsi:type="dcterms:W3CDTF">2026-01-16T10:20:03Z</dcterms:created>
  <dcterms:modified xsi:type="dcterms:W3CDTF">2026-01-16T11:47:42Z</dcterms:modified>
</cp:coreProperties>
</file>